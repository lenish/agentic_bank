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Agentic Bank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E293B"/>
                </a:solidFill>
                <a:latin typeface="Aptos"/>
              </a:rPr>
              <a:t>Agent Operating Account (AOA) | Pan-Asia | Prepared for ryan@hashed.com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AI agents can act autonomously, but they cannot own machine-native bank accounts.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Enterprises rely on shared cards and manual approvals not built for autonomous spend.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Regulators need full traceability: who delegated, what was allowed, and why decisions were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Our Solution: Agent Operating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AOA is trust infrastructure connecting enterprise AI agents to regulated financial rails.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Not a neobank or wallet: a control and compliance layer for machine actors.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Messenger-first operational UX with transparent decision pipeline and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7-Layer Agentic Banking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KYA Identity (SPIFFE + mTLS)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Capability Delegation (bounded tokens)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Policy Engine (OPA/Cedar, deny-by-default)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Real-time Risk Scoring (&lt;100ms p95)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Settlement State Machine + rail adapters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Dispute and Reconciliation automation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Compliance adapters (AML + Travel Rule)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Why This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  <a:latin typeface="Aptos Display"/>
              </a:defRPr>
            </a:pPr>
            <a:r>
              <a:t>Market Timing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Agent frameworks are shipping now; machine commerce is unavoidable.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Regulators are opening sandbox pathways in SG, HK, UAE.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No incumbent bank product exists for non-human 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  <a:latin typeface="Aptos Display"/>
              </a:defRPr>
            </a:pPr>
            <a:r>
              <a:t>Defensibility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Policy + decision record plane create compliance moat.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Multi-rail provider adapters reduce dependency risk.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Enterprise integration + governance model hard to copy.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Why SC Ventures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  <a:latin typeface="Aptos Display"/>
              </a:defRPr>
            </a:pPr>
            <a:r>
              <a:t>SCV Brings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Regulatory pathway and sandbox sponsorship.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Distribution into SC corporate network.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Playbook from Zodia, Nexus, Libeara.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  <a:latin typeface="Aptos Display"/>
              </a:defRPr>
            </a:pPr>
            <a:r>
              <a:t>Execution Team Brings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Full-stack product engineering across 7-layer architecture.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AI-native operator UX and API-first platform.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Fast execution velocity from MVP to pilots.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Go-To-Market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  <a:latin typeface="Aptos"/>
              </a:defRPr>
            </a:pPr>
            <a:r>
              <a:t>Month 0-1: Charter alignment and entity setup in Singapore</a:t>
            </a:r>
          </a:p>
          <a:p>
            <a:pPr>
              <a:defRPr sz="2000">
                <a:solidFill>
                  <a:srgbClr val="1E293B"/>
                </a:solidFill>
                <a:latin typeface="Aptos"/>
              </a:defRPr>
            </a:pPr>
            <a:r>
              <a:t>Month 1-8: MAS sandbox validation and SGD rail MVP</a:t>
            </a:r>
          </a:p>
          <a:p>
            <a:pPr>
              <a:defRPr sz="2000">
                <a:solidFill>
                  <a:srgbClr val="1E293B"/>
                </a:solidFill>
                <a:latin typeface="Aptos"/>
              </a:defRPr>
            </a:pPr>
            <a:r>
              <a:t>Month 9-10: 3 pilot enterprises live via SC network</a:t>
            </a:r>
          </a:p>
          <a:p>
            <a:pPr>
              <a:defRPr sz="2000">
                <a:solidFill>
                  <a:srgbClr val="1E293B"/>
                </a:solidFill>
                <a:latin typeface="Aptos"/>
              </a:defRPr>
            </a:pPr>
            <a:r>
              <a:t>Month 9-18: Expand to HK/UAE with multi-currency rails</a:t>
            </a:r>
          </a:p>
          <a:p>
            <a:pPr>
              <a:defRPr sz="2000">
                <a:solidFill>
                  <a:srgbClr val="1E293B"/>
                </a:solidFill>
                <a:latin typeface="Aptos"/>
              </a:defRPr>
            </a:pPr>
            <a:r>
              <a:t>Month 12+: Series A readiness with revenue and compliance 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Governance &amp; Control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Separate legal entity under Zodia archetype for institutional compliance.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Single-owner DRI model to avoid blurred accountability.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Reserved matters for capital, licensing, IP, equity, and strategic pivots.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Escalation SLAs: security (&lt;2h), regulatory (&lt;24h), launch delay (&lt;48h).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12-Month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3 pilot customers onboarded with live agent payment flows.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99.9% system uptime and MTTR below 30 minutes.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Zero-finding external security audit.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MAS sandbox progress with evidence-ready compliance artifacts.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Aptos Display"/>
              </a:rP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Form JV with SC Ventures for Agent Operating Account launch.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Secure $3M-$5M seed capital (SCV lead or co-invest).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Obtain MAS sandbox sponsorship and 3 pilot customer introductions.</a:t>
            </a:r>
          </a:p>
          <a:p>
            <a:pPr>
              <a:defRPr sz="2200">
                <a:solidFill>
                  <a:srgbClr val="1E293B"/>
                </a:solidFill>
                <a:latin typeface="Aptos"/>
              </a:defRPr>
            </a:pPr>
            <a:r>
              <a:t>Target commercial launch within 12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